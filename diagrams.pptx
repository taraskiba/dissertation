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CD12-AA93-BD5B-C3FB-6D8A8547C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FE520-29D3-678A-CE83-945429DA8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6C427-E546-47C6-084B-DD4EFAA5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A442B-967E-1533-A4B8-C864F813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5D157-1E05-C60A-CDE6-74DC4E2E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0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841AD-1D08-F886-8A99-8B75B604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8A51-F9A2-C368-A1FF-9C599366A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1DCB3-6D30-9B01-3933-FAE7A4E1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36665-47A2-0238-D97B-A2A3BDC1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D00B1-9F6D-0C79-1679-865AF84D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5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4743-A935-D8CB-AC6C-5B088AAE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E2E3-0A82-3487-BB5D-B477608A6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46F7E-71C2-EB53-58C5-8DB5EB00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CD547-0AF9-9B26-5221-1D77B049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7A72C-2E72-AF2B-4A54-8C5BF702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1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C922-4F1B-2DEF-D520-9615F55F3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38E30-973F-7629-7AB8-03CA5FC1B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5F2E8-86C6-9041-5639-31773B4C6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43171-068E-1C47-8BA1-2F0931E0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1DC82-1054-1445-3E4A-194B90EF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820DD-ABFD-CBD5-409B-9221AC12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7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9197-FC7F-FC76-1AB9-6E3AEDF1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9E5B2-0336-F217-4608-8BD882B34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250FE-1E25-1947-9E9A-CF8F117AB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F5E82-DD3C-BADF-56B3-03BC6D534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83032E-0380-58E5-6A32-1434D6544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18680-6A9E-680B-5316-CC930A92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3BAC7-DA97-DB7F-F5E2-0E17FD6B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C239B-17DB-D735-7B87-43D5BCF2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5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667EC-51AF-94D8-8F0B-A5593919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FF683-9EEE-6417-8836-566E003B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79337-8411-CC81-DB44-0C7AB8C2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5548A-42F6-2243-0DC6-46B5F9EE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34887-E4B9-D153-6B8A-7E1B76D0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1982A0-8650-86E5-DBB1-84F9FC81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A3148-7A33-4681-854C-8BEE2992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2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6249-074C-D51F-026A-8DB0AE62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DACE-343B-0B12-D545-3E29692A2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19032-C9EE-67D6-0499-991AF8DD3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699B8-355B-5E1E-7447-EEFE7C60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D2C5B-5929-EB02-16D9-F6575B78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30847-DFE4-0C99-4AE3-6B6DFCBA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6685C-DFB3-C5B3-3F91-E7B250B7D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458BB-2B82-118A-AE46-B4485CFD2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6199-EFC6-9E6A-657F-F86C05770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DE208-2539-D599-37B5-FD276D4B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56796-74EE-8173-7118-EC101BA3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6C08E-C164-EF8C-C66A-AF7BE5F1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9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3355-A360-6542-C7DD-4A4F28EF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D016C-9AEF-4049-6A9E-1691A21D0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ADC37-E40E-5A05-1B56-3F84CF14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EB2D-1AC6-CCDB-4FF3-18C0FE2B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6831B-9D07-8100-3BE8-F1818B9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4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2AAF7-8F74-8736-67C2-3D6D49E7D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68121-3630-FEF1-FDA3-E488A5140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A3895-3016-A9DD-3ACB-624C7733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84B3B-D137-3D47-0FEC-1878B5C1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4CCBA-C4CF-B795-6549-CD565557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2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EB197-054B-6C68-93BE-145DFD5D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737D8-EC3F-C2AE-D719-AE9A6E5CC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BCD14-5D64-ED83-7C3F-A7D25DCEA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5B349-A992-466A-B3DF-85E4B056007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A7F35-F446-EC4B-2F0C-B9858E8EF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E1030-60E2-E0D7-5855-A5E41847A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A1F64-33FC-4110-BFD0-0346DA1D5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1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E2FBF74-236B-F72E-7147-431B1F648902}"/>
              </a:ext>
            </a:extLst>
          </p:cNvPr>
          <p:cNvSpPr/>
          <p:nvPr/>
        </p:nvSpPr>
        <p:spPr>
          <a:xfrm>
            <a:off x="5287324" y="2732926"/>
            <a:ext cx="1637016" cy="1078786"/>
          </a:xfrm>
          <a:prstGeom prst="ellipse">
            <a:avLst/>
          </a:pr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skiba</a:t>
            </a:r>
            <a:endParaRPr lang="en-US" sz="32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AF5C5-D93A-1A1D-FB4C-1A9AF1E6A057}"/>
              </a:ext>
            </a:extLst>
          </p:cNvPr>
          <p:cNvSpPr/>
          <p:nvPr/>
        </p:nvSpPr>
        <p:spPr>
          <a:xfrm>
            <a:off x="2980362" y="2820256"/>
            <a:ext cx="1845923" cy="9041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Coordinate buffering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85EA4F-652C-45D8-2647-E2F95A644AF0}"/>
              </a:ext>
            </a:extLst>
          </p:cNvPr>
          <p:cNvSpPr/>
          <p:nvPr/>
        </p:nvSpPr>
        <p:spPr>
          <a:xfrm>
            <a:off x="2682411" y="976045"/>
            <a:ext cx="2517169" cy="105823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buffer_coordinates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Buffers to one other random coordinate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D92B1D-D1B1-FF86-39DD-E44A56A2A935}"/>
              </a:ext>
            </a:extLst>
          </p:cNvPr>
          <p:cNvSpPr/>
          <p:nvPr/>
        </p:nvSpPr>
        <p:spPr>
          <a:xfrm>
            <a:off x="2644737" y="4625086"/>
            <a:ext cx="2517169" cy="105823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buffer_and_sample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Buffers coordinates to </a:t>
            </a:r>
            <a:r>
              <a:rPr lang="en-US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-specified points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4D4D890A-BC2F-FAC3-0C19-C56DFDBCF0F0}"/>
              </a:ext>
            </a:extLst>
          </p:cNvPr>
          <p:cNvSpPr/>
          <p:nvPr/>
        </p:nvSpPr>
        <p:spPr>
          <a:xfrm>
            <a:off x="3696983" y="1916130"/>
            <a:ext cx="412679" cy="904125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8A1D007-D152-8A3F-28F0-B799A2491AC9}"/>
              </a:ext>
            </a:extLst>
          </p:cNvPr>
          <p:cNvSpPr/>
          <p:nvPr/>
        </p:nvSpPr>
        <p:spPr>
          <a:xfrm>
            <a:off x="3696982" y="3724382"/>
            <a:ext cx="422954" cy="1058236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A76661-705E-2BAC-0B3B-4FA67A1E7BFF}"/>
              </a:ext>
            </a:extLst>
          </p:cNvPr>
          <p:cNvSpPr/>
          <p:nvPr/>
        </p:nvSpPr>
        <p:spPr>
          <a:xfrm>
            <a:off x="7358871" y="2840804"/>
            <a:ext cx="2517168" cy="9041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 extractions from GEE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BFD508-6F9B-E83C-9E83-CC060A57B756}"/>
              </a:ext>
            </a:extLst>
          </p:cNvPr>
          <p:cNvSpPr/>
          <p:nvPr/>
        </p:nvSpPr>
        <p:spPr>
          <a:xfrm>
            <a:off x="7136267" y="976045"/>
            <a:ext cx="2962376" cy="10582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point_extraction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 values and return for each individual point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968EF9-F971-71B8-259F-535B8E613686}"/>
              </a:ext>
            </a:extLst>
          </p:cNvPr>
          <p:cNvSpPr/>
          <p:nvPr/>
        </p:nvSpPr>
        <p:spPr>
          <a:xfrm>
            <a:off x="7030096" y="4625086"/>
            <a:ext cx="3236359" cy="10582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aggregated_point_extraction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 values averaged over common plot ID values</a:t>
            </a: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A47515FD-CB82-EE99-E07F-2CE388C3A7B1}"/>
              </a:ext>
            </a:extLst>
          </p:cNvPr>
          <p:cNvSpPr/>
          <p:nvPr/>
        </p:nvSpPr>
        <p:spPr>
          <a:xfrm>
            <a:off x="8367452" y="1936679"/>
            <a:ext cx="412679" cy="904125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F9C19E9D-4AA3-E814-781D-EFE08227ACED}"/>
              </a:ext>
            </a:extLst>
          </p:cNvPr>
          <p:cNvSpPr/>
          <p:nvPr/>
        </p:nvSpPr>
        <p:spPr>
          <a:xfrm>
            <a:off x="8367452" y="3744930"/>
            <a:ext cx="422954" cy="1037688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388B29C-DEB0-D648-82A8-7293DE2FD5F3}"/>
              </a:ext>
            </a:extLst>
          </p:cNvPr>
          <p:cNvSpPr/>
          <p:nvPr/>
        </p:nvSpPr>
        <p:spPr>
          <a:xfrm>
            <a:off x="6914509" y="3087385"/>
            <a:ext cx="496588" cy="369869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E1B885CB-9541-CD25-8E5A-6C059A980A08}"/>
              </a:ext>
            </a:extLst>
          </p:cNvPr>
          <p:cNvSpPr/>
          <p:nvPr/>
        </p:nvSpPr>
        <p:spPr>
          <a:xfrm>
            <a:off x="4790428" y="3106863"/>
            <a:ext cx="496588" cy="369869"/>
          </a:xfrm>
          <a:prstGeom prst="lef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18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46EDDC-0904-F71D-3CF7-54FF0F896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7598583"/>
              </p:ext>
            </p:extLst>
          </p:nvPr>
        </p:nvGraphicFramePr>
        <p:xfrm>
          <a:off x="838199" y="689034"/>
          <a:ext cx="287067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412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1990264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GEE Extracted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23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03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C47F7A1-1864-82E2-E72A-767CC54EBF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2705617"/>
              </p:ext>
            </p:extLst>
          </p:nvPr>
        </p:nvGraphicFramePr>
        <p:xfrm>
          <a:off x="5734221" y="689033"/>
          <a:ext cx="199116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313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1146856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[Variable]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23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03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A5C14ED-DF41-0272-58AA-3885A0812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018446"/>
              </p:ext>
            </p:extLst>
          </p:nvPr>
        </p:nvGraphicFramePr>
        <p:xfrm>
          <a:off x="838199" y="3309359"/>
          <a:ext cx="287067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411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1990265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GEE Extracted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23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03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0BF93C73-82F0-9A9D-A1B9-5781E8F289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154697"/>
              </p:ext>
            </p:extLst>
          </p:nvPr>
        </p:nvGraphicFramePr>
        <p:xfrm>
          <a:off x="5734221" y="3680199"/>
          <a:ext cx="199116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312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1146857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[Variable]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B194FB-9CE4-EB56-8763-436EBBAC6608}"/>
              </a:ext>
            </a:extLst>
          </p:cNvPr>
          <p:cNvSpPr txBox="1"/>
          <p:nvPr/>
        </p:nvSpPr>
        <p:spPr>
          <a:xfrm>
            <a:off x="3760148" y="1345833"/>
            <a:ext cx="1888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point_extraction</a:t>
            </a:r>
            <a:endParaRPr lang="en-US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1ACFEA-177E-3B04-BA3D-CB2683A22690}"/>
              </a:ext>
            </a:extLst>
          </p:cNvPr>
          <p:cNvSpPr txBox="1"/>
          <p:nvPr/>
        </p:nvSpPr>
        <p:spPr>
          <a:xfrm>
            <a:off x="3654748" y="3732818"/>
            <a:ext cx="2036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aggregated_point_extraction</a:t>
            </a:r>
            <a:endParaRPr lang="en-US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C41C1B2-6C92-1F59-3DB5-C66AC423EA95}"/>
              </a:ext>
            </a:extLst>
          </p:cNvPr>
          <p:cNvSpPr/>
          <p:nvPr/>
        </p:nvSpPr>
        <p:spPr>
          <a:xfrm>
            <a:off x="3708875" y="1581775"/>
            <a:ext cx="1991169" cy="439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D407E1E-41EE-D15C-DF94-DEE334958F40}"/>
              </a:ext>
            </a:extLst>
          </p:cNvPr>
          <p:cNvSpPr/>
          <p:nvPr/>
        </p:nvSpPr>
        <p:spPr>
          <a:xfrm>
            <a:off x="3708875" y="4210743"/>
            <a:ext cx="1991169" cy="439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6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3B66-5693-8041-C78F-CD8B6D14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315714-5058-7D7D-3F3F-80F96BC6C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969799"/>
              </p:ext>
            </p:extLst>
          </p:nvPr>
        </p:nvGraphicFramePr>
        <p:xfrm>
          <a:off x="653498" y="562035"/>
          <a:ext cx="304554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279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976751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  <a:gridCol w="1176513">
                  <a:extLst>
                    <a:ext uri="{9D8B030D-6E8A-4147-A177-3AD203B41FA5}">
                      <a16:colId xmlns:a16="http://schemas.microsoft.com/office/drawing/2014/main" val="818816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35.13840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-84.1800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35.05636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-83.6507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023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35.79585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-82.2298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35.80452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-82.3504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903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35.89833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-81.8107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52142C-0C8D-25F9-058D-2EB843DA1F43}"/>
              </a:ext>
            </a:extLst>
          </p:cNvPr>
          <p:cNvSpPr txBox="1"/>
          <p:nvPr/>
        </p:nvSpPr>
        <p:spPr>
          <a:xfrm>
            <a:off x="3760148" y="1345833"/>
            <a:ext cx="188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buffer_coordinates</a:t>
            </a:r>
            <a:endParaRPr lang="en-US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F1C72A-C672-4B82-D5D9-97ED48E39404}"/>
              </a:ext>
            </a:extLst>
          </p:cNvPr>
          <p:cNvSpPr txBox="1"/>
          <p:nvPr/>
        </p:nvSpPr>
        <p:spPr>
          <a:xfrm>
            <a:off x="3612018" y="3943927"/>
            <a:ext cx="2036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buffer_and_sample</a:t>
            </a:r>
            <a:endParaRPr lang="en-US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FCAA921-9176-3726-447C-A3F4BA1710EA}"/>
              </a:ext>
            </a:extLst>
          </p:cNvPr>
          <p:cNvSpPr/>
          <p:nvPr/>
        </p:nvSpPr>
        <p:spPr>
          <a:xfrm>
            <a:off x="3708875" y="1581775"/>
            <a:ext cx="1991169" cy="439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D90A7B-BCFE-793D-562F-9440E9568580}"/>
              </a:ext>
            </a:extLst>
          </p:cNvPr>
          <p:cNvSpPr/>
          <p:nvPr/>
        </p:nvSpPr>
        <p:spPr>
          <a:xfrm>
            <a:off x="3708875" y="4210743"/>
            <a:ext cx="1991169" cy="439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B2EFB9B5-EAD1-097E-0A5C-D6DFBBB4CE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3299182"/>
              </p:ext>
            </p:extLst>
          </p:nvPr>
        </p:nvGraphicFramePr>
        <p:xfrm>
          <a:off x="5729538" y="571867"/>
          <a:ext cx="304554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636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983226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  <a:gridCol w="1166681">
                  <a:extLst>
                    <a:ext uri="{9D8B030D-6E8A-4147-A177-3AD203B41FA5}">
                      <a16:colId xmlns:a16="http://schemas.microsoft.com/office/drawing/2014/main" val="818816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35.13414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-84.1669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35.05425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-83.6422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023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35.78975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-82.2444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35.79726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-82.3424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903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35.89902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-81.8106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7CDF667-6230-37BF-0686-0D4381578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9294355"/>
              </p:ext>
            </p:extLst>
          </p:nvPr>
        </p:nvGraphicFramePr>
        <p:xfrm>
          <a:off x="5729537" y="3318001"/>
          <a:ext cx="304554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05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993058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  <a:gridCol w="1155080">
                  <a:extLst>
                    <a:ext uri="{9D8B030D-6E8A-4147-A177-3AD203B41FA5}">
                      <a16:colId xmlns:a16="http://schemas.microsoft.com/office/drawing/2014/main" val="818816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35.13414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-84.1669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35.13019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-84.172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023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35.13935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-84.1802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35.05425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-83.6422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903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35.05923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-83.6538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C7CCF101-7461-E84D-4BFE-104E1330CD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024010"/>
              </p:ext>
            </p:extLst>
          </p:nvPr>
        </p:nvGraphicFramePr>
        <p:xfrm>
          <a:off x="663332" y="3318001"/>
          <a:ext cx="304554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668">
                  <a:extLst>
                    <a:ext uri="{9D8B030D-6E8A-4147-A177-3AD203B41FA5}">
                      <a16:colId xmlns:a16="http://schemas.microsoft.com/office/drawing/2014/main" val="1826996758"/>
                    </a:ext>
                  </a:extLst>
                </a:gridCol>
                <a:gridCol w="993058">
                  <a:extLst>
                    <a:ext uri="{9D8B030D-6E8A-4147-A177-3AD203B41FA5}">
                      <a16:colId xmlns:a16="http://schemas.microsoft.com/office/drawing/2014/main" val="2351234870"/>
                    </a:ext>
                  </a:extLst>
                </a:gridCol>
                <a:gridCol w="1191817">
                  <a:extLst>
                    <a:ext uri="{9D8B030D-6E8A-4147-A177-3AD203B41FA5}">
                      <a16:colId xmlns:a16="http://schemas.microsoft.com/office/drawing/2014/main" val="818816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9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35.1384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-84.18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815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35.05636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-83.6507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023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35.79585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-82.2298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41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35.80452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-82.3504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903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35.89833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-81.8107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76850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5622C5B-F19A-5A65-A1E2-75F6C75B4D37}"/>
              </a:ext>
            </a:extLst>
          </p:cNvPr>
          <p:cNvSpPr txBox="1"/>
          <p:nvPr/>
        </p:nvSpPr>
        <p:spPr>
          <a:xfrm>
            <a:off x="3592353" y="4485298"/>
            <a:ext cx="203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= 2, r = 5280 ft)</a:t>
            </a:r>
          </a:p>
        </p:txBody>
      </p:sp>
    </p:spTree>
    <p:extLst>
      <p:ext uri="{BB962C8B-B14F-4D97-AF65-F5344CB8AC3E}">
        <p14:creationId xmlns:p14="http://schemas.microsoft.com/office/powerpoint/2010/main" val="260573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C748AE-5EAB-1821-A8B6-F76F35EDEF72}"/>
              </a:ext>
            </a:extLst>
          </p:cNvPr>
          <p:cNvGrpSpPr/>
          <p:nvPr/>
        </p:nvGrpSpPr>
        <p:grpSpPr>
          <a:xfrm>
            <a:off x="1857112" y="0"/>
            <a:ext cx="8477776" cy="6858000"/>
            <a:chOff x="1857112" y="0"/>
            <a:chExt cx="847777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DB2AE4-80D0-C5C1-763D-B7D08A7A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7112" y="0"/>
              <a:ext cx="8477776" cy="6858000"/>
            </a:xfrm>
            <a:prstGeom prst="rect">
              <a:avLst/>
            </a:prstGeom>
          </p:spPr>
        </p:pic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FD0CD2C4-3FE8-8DC2-4E20-33453557E929}"/>
                </a:ext>
              </a:extLst>
            </p:cNvPr>
            <p:cNvSpPr/>
            <p:nvPr/>
          </p:nvSpPr>
          <p:spPr>
            <a:xfrm>
              <a:off x="4839128" y="678094"/>
              <a:ext cx="1736333" cy="1027416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F8902681-FD2B-5B0F-A452-E0B85EE21F5F}"/>
                </a:ext>
              </a:extLst>
            </p:cNvPr>
            <p:cNvSpPr/>
            <p:nvPr/>
          </p:nvSpPr>
          <p:spPr>
            <a:xfrm>
              <a:off x="4746661" y="4747260"/>
              <a:ext cx="2280862" cy="124257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857B3083-4910-8C1D-0BBD-954D055CEB8F}"/>
                </a:ext>
              </a:extLst>
            </p:cNvPr>
            <p:cNvSpPr/>
            <p:nvPr/>
          </p:nvSpPr>
          <p:spPr>
            <a:xfrm>
              <a:off x="2589089" y="1791127"/>
              <a:ext cx="2691828" cy="1383588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E02C64-6794-D905-6764-513D1F460705}"/>
                </a:ext>
              </a:extLst>
            </p:cNvPr>
            <p:cNvSpPr txBox="1"/>
            <p:nvPr/>
          </p:nvSpPr>
          <p:spPr>
            <a:xfrm>
              <a:off x="2794572" y="2113589"/>
              <a:ext cx="228086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Are the points treated as individual observations or samples from regions?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886FE4-C559-C1DE-A6DC-B0CC19DBEE51}"/>
                </a:ext>
              </a:extLst>
            </p:cNvPr>
            <p:cNvSpPr txBox="1"/>
            <p:nvPr/>
          </p:nvSpPr>
          <p:spPr>
            <a:xfrm>
              <a:off x="4566863" y="963489"/>
              <a:ext cx="22808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Are plot coordinates 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sensitive?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4A3F85-7283-BC50-8220-D949AF0582CF}"/>
                </a:ext>
              </a:extLst>
            </p:cNvPr>
            <p:cNvSpPr txBox="1"/>
            <p:nvPr/>
          </p:nvSpPr>
          <p:spPr>
            <a:xfrm>
              <a:off x="4746661" y="5049429"/>
              <a:ext cx="228086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Should returned data be aggregated over the regions(s)? </a:t>
              </a: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FE0A0FDB-09E7-C7ED-E4EC-28CB5D6D805F}"/>
                </a:ext>
              </a:extLst>
            </p:cNvPr>
            <p:cNvSpPr/>
            <p:nvPr/>
          </p:nvSpPr>
          <p:spPr>
            <a:xfrm>
              <a:off x="4345967" y="3729519"/>
              <a:ext cx="1222625" cy="565079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8D8EAA-70BE-4621-2CE6-89A3E37402AA}"/>
                </a:ext>
              </a:extLst>
            </p:cNvPr>
            <p:cNvSpPr txBox="1"/>
            <p:nvPr/>
          </p:nvSpPr>
          <p:spPr>
            <a:xfrm>
              <a:off x="3866508" y="3771378"/>
              <a:ext cx="22808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Samples from 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region(s)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577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3736FD-DB5E-C0EF-B76B-46F54B76451F}"/>
              </a:ext>
            </a:extLst>
          </p:cNvPr>
          <p:cNvSpPr/>
          <p:nvPr/>
        </p:nvSpPr>
        <p:spPr>
          <a:xfrm>
            <a:off x="1665719" y="2263298"/>
            <a:ext cx="2392822" cy="67939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Upload CSV of coordinates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70FEA4-A399-E666-0A14-3514E9D09C38}"/>
              </a:ext>
            </a:extLst>
          </p:cNvPr>
          <p:cNvSpPr/>
          <p:nvPr/>
        </p:nvSpPr>
        <p:spPr>
          <a:xfrm>
            <a:off x="1665719" y="3085654"/>
            <a:ext cx="2392822" cy="67939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Select GEE dataset to use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488839-7329-2A0A-117C-A0FC22318E2B}"/>
              </a:ext>
            </a:extLst>
          </p:cNvPr>
          <p:cNvSpPr/>
          <p:nvPr/>
        </p:nvSpPr>
        <p:spPr>
          <a:xfrm>
            <a:off x="1665719" y="3927058"/>
            <a:ext cx="2392822" cy="67939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Apply date filters if necessary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A45C6E-6BF9-8F15-FCDD-E105A76589F4}"/>
              </a:ext>
            </a:extLst>
          </p:cNvPr>
          <p:cNvSpPr/>
          <p:nvPr/>
        </p:nvSpPr>
        <p:spPr>
          <a:xfrm>
            <a:off x="1665719" y="4765346"/>
            <a:ext cx="2392822" cy="67939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Run 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10521B-D286-BDE9-2AEE-A55F0AB47AE7}"/>
              </a:ext>
            </a:extLst>
          </p:cNvPr>
          <p:cNvSpPr txBox="1"/>
          <p:nvPr/>
        </p:nvSpPr>
        <p:spPr>
          <a:xfrm>
            <a:off x="1930638" y="1893963"/>
            <a:ext cx="1862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 extractions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F5D95B3-897E-71FD-30EA-3F6243AC5CB5}"/>
              </a:ext>
            </a:extLst>
          </p:cNvPr>
          <p:cNvSpPr/>
          <p:nvPr/>
        </p:nvSpPr>
        <p:spPr>
          <a:xfrm>
            <a:off x="2777171" y="2942697"/>
            <a:ext cx="182252" cy="244616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919C66F8-35C8-A70A-F4FD-C99622DDCF73}"/>
              </a:ext>
            </a:extLst>
          </p:cNvPr>
          <p:cNvSpPr/>
          <p:nvPr/>
        </p:nvSpPr>
        <p:spPr>
          <a:xfrm>
            <a:off x="2777171" y="3765052"/>
            <a:ext cx="182252" cy="244616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9BBAFC56-FF67-1679-6625-6CA0FF353BC3}"/>
              </a:ext>
            </a:extLst>
          </p:cNvPr>
          <p:cNvSpPr/>
          <p:nvPr/>
        </p:nvSpPr>
        <p:spPr>
          <a:xfrm>
            <a:off x="2771004" y="4606455"/>
            <a:ext cx="182252" cy="244616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6AD8151-5194-4024-E11D-4D2F1B1D26E3}"/>
              </a:ext>
            </a:extLst>
          </p:cNvPr>
          <p:cNvCxnSpPr>
            <a:cxnSpLocks/>
          </p:cNvCxnSpPr>
          <p:nvPr/>
        </p:nvCxnSpPr>
        <p:spPr>
          <a:xfrm rot="10800000">
            <a:off x="4063079" y="2593353"/>
            <a:ext cx="2537746" cy="2456802"/>
          </a:xfrm>
          <a:prstGeom prst="bentConnector3">
            <a:avLst>
              <a:gd name="adj1" fmla="val 82129"/>
            </a:avLst>
          </a:prstGeom>
          <a:ln w="69850">
            <a:gradFill>
              <a:gsLst>
                <a:gs pos="52000">
                  <a:srgbClr val="C5CCED">
                    <a:lumMod val="99000"/>
                    <a:lumOff val="1000"/>
                  </a:srgbClr>
                </a:gs>
                <a:gs pos="100000">
                  <a:schemeClr val="tx2">
                    <a:lumMod val="25000"/>
                    <a:lumOff val="75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</a:gsLst>
              <a:lin ang="5400000" scaled="1"/>
            </a:gra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6313BA-E7CE-9D33-AA2E-9A5B682693E4}"/>
              </a:ext>
            </a:extLst>
          </p:cNvPr>
          <p:cNvSpPr/>
          <p:nvPr/>
        </p:nvSpPr>
        <p:spPr>
          <a:xfrm>
            <a:off x="5046736" y="4765346"/>
            <a:ext cx="2657741" cy="6793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Run program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316909-6A64-D093-CAA6-E72B56ADAB17}"/>
              </a:ext>
            </a:extLst>
          </p:cNvPr>
          <p:cNvSpPr/>
          <p:nvPr/>
        </p:nvSpPr>
        <p:spPr>
          <a:xfrm>
            <a:off x="5046737" y="2264673"/>
            <a:ext cx="2657740" cy="6793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Upload CSV of coordinates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C9A7055-C5E9-C07A-5763-DED2FF3E0DE4}"/>
              </a:ext>
            </a:extLst>
          </p:cNvPr>
          <p:cNvSpPr/>
          <p:nvPr/>
        </p:nvSpPr>
        <p:spPr>
          <a:xfrm>
            <a:off x="5046737" y="3081979"/>
            <a:ext cx="2657740" cy="6793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Set radius for buffering area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D13B77-4484-6FBF-0CEE-F0E99C07554D}"/>
              </a:ext>
            </a:extLst>
          </p:cNvPr>
          <p:cNvSpPr/>
          <p:nvPr/>
        </p:nvSpPr>
        <p:spPr>
          <a:xfrm>
            <a:off x="5053886" y="3927056"/>
            <a:ext cx="2657742" cy="6793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Set number of coordinates to generate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8FF5C6B6-CA79-9D92-7A5E-F0E2AB94C4FB}"/>
              </a:ext>
            </a:extLst>
          </p:cNvPr>
          <p:cNvSpPr/>
          <p:nvPr/>
        </p:nvSpPr>
        <p:spPr>
          <a:xfrm>
            <a:off x="6268771" y="2942861"/>
            <a:ext cx="182252" cy="24461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9F3CF56-90D2-A5A8-105A-12336EA7FD8D}"/>
              </a:ext>
            </a:extLst>
          </p:cNvPr>
          <p:cNvSpPr/>
          <p:nvPr/>
        </p:nvSpPr>
        <p:spPr>
          <a:xfrm>
            <a:off x="6268771" y="3775835"/>
            <a:ext cx="182252" cy="24461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BEC83C9-EAA6-9E26-80BC-882D084E3C70}"/>
              </a:ext>
            </a:extLst>
          </p:cNvPr>
          <p:cNvSpPr/>
          <p:nvPr/>
        </p:nvSpPr>
        <p:spPr>
          <a:xfrm>
            <a:off x="6268771" y="4610263"/>
            <a:ext cx="182252" cy="24461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9BE00-7CAE-AC48-8CBF-41CCB27FCEC1}"/>
              </a:ext>
            </a:extLst>
          </p:cNvPr>
          <p:cNvSpPr txBox="1"/>
          <p:nvPr/>
        </p:nvSpPr>
        <p:spPr>
          <a:xfrm>
            <a:off x="5260196" y="1903858"/>
            <a:ext cx="226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 coordinates</a:t>
            </a:r>
          </a:p>
        </p:txBody>
      </p:sp>
    </p:spTree>
    <p:extLst>
      <p:ext uri="{BB962C8B-B14F-4D97-AF65-F5344CB8AC3E}">
        <p14:creationId xmlns:p14="http://schemas.microsoft.com/office/powerpoint/2010/main" val="19873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72AFE9-DCC0-EB9F-0A19-CD432006C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498422"/>
              </p:ext>
            </p:extLst>
          </p:nvPr>
        </p:nvGraphicFramePr>
        <p:xfrm>
          <a:off x="8872383" y="4945626"/>
          <a:ext cx="2638425" cy="1505585"/>
        </p:xfrm>
        <a:graphic>
          <a:graphicData uri="http://schemas.openxmlformats.org/drawingml/2006/table">
            <a:tbl>
              <a:tblPr firstRow="1" bandRow="1" bandCol="1">
                <a:tableStyleId>{9D7B26C5-4107-4FEC-AEDC-1716B250A1EF}</a:tableStyleId>
              </a:tblPr>
              <a:tblGrid>
                <a:gridCol w="809626">
                  <a:extLst>
                    <a:ext uri="{9D8B030D-6E8A-4147-A177-3AD203B41FA5}">
                      <a16:colId xmlns:a16="http://schemas.microsoft.com/office/drawing/2014/main" val="1835787637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1073031366"/>
                    </a:ext>
                  </a:extLst>
                </a:gridCol>
              </a:tblGrid>
              <a:tr h="33999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CSV Columns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Accepted Names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7557672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latitude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</a:t>
                      </a:r>
                      <a:r>
                        <a:rPr lang="fr-FR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latitude, y, LAT, Latitude, Y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5000645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longitude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log, long, longitude, x, LON, Longitude, Long, X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5239880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 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id, ID, </a:t>
                      </a:r>
                      <a:r>
                        <a:rPr lang="en-US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plot_ID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plot_id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plotID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plotId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10891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9A5FFBA-A2DE-B024-5854-5780DED1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18"/>
          <a:stretch>
            <a:fillRect/>
          </a:stretch>
        </p:blipFill>
        <p:spPr>
          <a:xfrm>
            <a:off x="523813" y="1015406"/>
            <a:ext cx="3845644" cy="1884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6201C-7C56-D5E9-071F-59739CA26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65"/>
          <a:stretch>
            <a:fillRect/>
          </a:stretch>
        </p:blipFill>
        <p:spPr>
          <a:xfrm>
            <a:off x="577154" y="3038032"/>
            <a:ext cx="3845643" cy="1972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23A17C-9076-8491-8E17-0F574D4EF743}"/>
              </a:ext>
            </a:extLst>
          </p:cNvPr>
          <p:cNvSpPr txBox="1"/>
          <p:nvPr/>
        </p:nvSpPr>
        <p:spPr>
          <a:xfrm>
            <a:off x="748342" y="821082"/>
            <a:ext cx="3396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Uncleaned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22A91-758D-B6E6-A159-1EFE2C462347}"/>
              </a:ext>
            </a:extLst>
          </p:cNvPr>
          <p:cNvSpPr txBox="1"/>
          <p:nvPr/>
        </p:nvSpPr>
        <p:spPr>
          <a:xfrm>
            <a:off x="748342" y="2899533"/>
            <a:ext cx="3396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Cleaned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68E69E-36A8-B89C-7C50-F54F383C444C}"/>
              </a:ext>
            </a:extLst>
          </p:cNvPr>
          <p:cNvSpPr txBox="1"/>
          <p:nvPr/>
        </p:nvSpPr>
        <p:spPr>
          <a:xfrm>
            <a:off x="973763" y="569130"/>
            <a:ext cx="29457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Absolute differences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3704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8811</TotalTime>
  <Words>374</Words>
  <Application>Microsoft Office PowerPoint</Application>
  <PresentationFormat>Widescreen</PresentationFormat>
  <Paragraphs>159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Skiba, Tara</dc:creator>
  <cp:lastModifiedBy>Skiba, Tara</cp:lastModifiedBy>
  <cp:revision>24</cp:revision>
  <dcterms:created xsi:type="dcterms:W3CDTF">2026-02-20T21:14:54Z</dcterms:created>
  <dcterms:modified xsi:type="dcterms:W3CDTF">2026-05-19T22:18:49Z</dcterms:modified>
</cp:coreProperties>
</file>